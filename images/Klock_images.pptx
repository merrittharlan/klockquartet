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2"/>
    <p:restoredTop sz="94650"/>
  </p:normalViewPr>
  <p:slideViewPr>
    <p:cSldViewPr snapToGrid="0" showGuides="1">
      <p:cViewPr varScale="1">
        <p:scale>
          <a:sx n="120" d="100"/>
          <a:sy n="120" d="100"/>
        </p:scale>
        <p:origin x="35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9DA3-739A-91B7-6375-9ADFA1D35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AB924-A499-21FD-6005-153440EBE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DEA10-FB43-8A69-2A8E-1C94F319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B2469-E5EA-DC98-D335-0FB06A0F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49B40-B9D9-9510-0A85-8DD0D0AD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D657-4022-23D9-776C-A667ADAF2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03600-E2C1-34D5-0DDC-16100FD14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9668C-470D-E610-6765-41DCEFBE8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D58E-E6C0-4E08-AE37-12888A52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AECDF-24DC-772F-CBCF-7E0E90627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86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B51F-234A-AB62-7796-D35BD9C1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B4CE4-E333-4037-08F7-3CEADBFBB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EBDB7-44F6-FC3B-F5B2-BD0DB959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02EDE-7653-C776-EC07-C31AD145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62C2C-F5F6-ED03-7A7E-8F4C9C41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8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0174-436B-4737-DACF-BF532600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A4376-2197-F0B5-D478-F5F59D38E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A2B45-FCAB-E3D7-AC2D-A5DFDBB4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9F9E5-403F-AA89-EB2A-7BB4279B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06C43-2EA0-B818-F9A5-326D43BEA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FAF21-92CA-0A4D-1D78-DC4462FA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66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22268-F419-86E8-6522-883A03EC5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BD7C9-3EB8-BE8A-65BD-3D2B0BDBB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D7FEE-342B-240F-9F13-A9ECDBAEF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5FF87D-6BB4-7052-6C52-BCEA0DBB7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4ABC2-534B-4A4C-C5E2-4A8F9EE49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779EB-5C48-D9D2-909E-F1012CD3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71AE02-EF4D-E1E0-DE37-20F368D71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934AA7-0644-C044-9258-9B6BD9BA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7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FD3C-3B0C-73D6-FAAC-F27B72F3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BC439-C9FD-CF20-9C64-26E0C9EB1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15AB5-C48A-9585-A7B3-5DD2B483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5546C-40E0-4278-E9DE-88CB7B2B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9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C7331A-B240-3249-AF63-BC884D097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D1A45-885D-62E9-FC2C-E9550B97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67F7-E530-4F2A-377B-CD523367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8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0CE2-56F1-CE72-0B09-DE7DF7C4D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9D221-A58B-1398-FCDD-B2DBFEED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8A317-F801-4C10-E7E0-81BD02300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AE2EA-CB1D-8295-FC3D-FB1A45F1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ABF04-6D26-DF82-18F2-3BD9ADF1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D2AB2-A6F0-61BD-C84F-29DB0D7B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EBCE-4DCF-ACFC-4CEE-41FC99F0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50084-0181-646A-D0FC-1E2C98A75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8D89D-B2A3-63BC-7670-3B744E2E2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A3498-D660-23CF-6EB5-AD2F98AA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BEF3A-9605-8850-1577-C4291D38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A2C29-502B-2D65-A3CF-30A4CDDDC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3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91CF-5895-7BEA-42DE-84AD7231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B0DAA-47DD-5E22-18B3-E04369597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C7A16-DEF1-13C3-2F18-A743B0B2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67013-DAE7-0CD2-077E-66195A1A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CB46E-0532-64AC-43C2-65D7EBF4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9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08EE8-1F63-43D2-9774-F40C0D3C4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3010E-F84D-13DF-65D6-F92604F06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78680-D2A8-F975-FB03-D8573F74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89625-F4DC-6B12-99AC-1A93DB74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1AF8B-8AD9-EECD-F1D5-2D106BC9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00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CF7B71-2545-0391-DD0C-464054B8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6F807-5490-33DA-D717-6C484ED8C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CB2FA-6648-C203-539B-1970E5C46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59AFB8-3A53-A84B-BBCC-B1A8BC73B7D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EF349-29AC-F22D-3E0B-3D80DA485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DF8F9-1F5C-0104-7019-47A12A913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89623-1224-0E44-BD89-9D955A84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0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D2F53-2F90-0AA5-E9A9-5F096BDAD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726334-2664-D026-5515-593A5A6071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group of men playing instruments&#10;&#10;Description automatically generated">
            <a:extLst>
              <a:ext uri="{FF2B5EF4-FFF2-40B4-BE49-F238E27FC236}">
                <a16:creationId xmlns:a16="http://schemas.microsoft.com/office/drawing/2014/main" id="{7E45A8A1-D2D2-745F-6D66-A94BE6E03A1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3403" y="1131740"/>
            <a:ext cx="7892322" cy="424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79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saxophones on a black background&#10;&#10;Description automatically generated">
            <a:extLst>
              <a:ext uri="{FF2B5EF4-FFF2-40B4-BE49-F238E27FC236}">
                <a16:creationId xmlns:a16="http://schemas.microsoft.com/office/drawing/2014/main" id="{62AA7EA6-2757-3A82-4DA5-E74B9AAE2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7549" y="900407"/>
            <a:ext cx="4351338" cy="4351338"/>
          </a:xfrm>
        </p:spPr>
      </p:pic>
      <p:pic>
        <p:nvPicPr>
          <p:cNvPr id="7" name="Picture 6" descr="A group of men playing instruments&#10;&#10;Description automatically generated">
            <a:extLst>
              <a:ext uri="{FF2B5EF4-FFF2-40B4-BE49-F238E27FC236}">
                <a16:creationId xmlns:a16="http://schemas.microsoft.com/office/drawing/2014/main" id="{D276091B-6FC1-6584-CF7C-765C30AEC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637" y="900407"/>
            <a:ext cx="7772400" cy="418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6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A person playing a saxophone&#10;&#10;AI-generated content may be incorrect.">
            <a:extLst>
              <a:ext uri="{FF2B5EF4-FFF2-40B4-BE49-F238E27FC236}">
                <a16:creationId xmlns:a16="http://schemas.microsoft.com/office/drawing/2014/main" id="{D8E069AB-0854-2552-D64D-945CD696B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5352" t="5125" r="22647" b="31859"/>
          <a:stretch>
            <a:fillRect/>
          </a:stretch>
        </p:blipFill>
        <p:spPr>
          <a:xfrm>
            <a:off x="4114801" y="310650"/>
            <a:ext cx="3700130" cy="596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61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9266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Merritt Harlan</dc:creator>
  <cp:lastModifiedBy>Merritt Harlan</cp:lastModifiedBy>
  <cp:revision>2</cp:revision>
  <dcterms:created xsi:type="dcterms:W3CDTF">2025-06-05T00:52:36Z</dcterms:created>
  <dcterms:modified xsi:type="dcterms:W3CDTF">2025-10-08T22:11:58Z</dcterms:modified>
</cp:coreProperties>
</file>